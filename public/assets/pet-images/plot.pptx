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5a45313a5cc0086879d2f8a8315c9185"/>
          <p:cNvPicPr>
            <a:picLocks noChangeAspect="1"/>
          </p:cNvPicPr>
          <p:nvPr/>
        </p:nvPicPr>
        <p:blipFill>
          <a:blip r:embed="rId1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88770" y="139065"/>
            <a:ext cx="533844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244bb45678c10ac59427a621b6309b07"/>
          <p:cNvPicPr>
            <a:picLocks noChangeAspect="1"/>
          </p:cNvPicPr>
          <p:nvPr/>
        </p:nvPicPr>
        <p:blipFill>
          <a:blip r:embed="rId1">
            <a:clrChange>
              <a:clrFrom>
                <a:srgbClr val="F9FBFA">
                  <a:alpha val="100000"/>
                </a:srgbClr>
              </a:clrFrom>
              <a:clrTo>
                <a:srgbClr val="F9FB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1390" y="0"/>
            <a:ext cx="57588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a31b9c136df85f31a4e28f2d190f44a"/>
          <p:cNvPicPr>
            <a:picLocks noChangeAspect="1"/>
          </p:cNvPicPr>
          <p:nvPr/>
        </p:nvPicPr>
        <p:blipFill>
          <a:blip r:embed="rId1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45385" y="0"/>
            <a:ext cx="402717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472c1ca414023f90d4445b9bb4a3d1c"/>
          <p:cNvPicPr>
            <a:picLocks noChangeAspect="1"/>
          </p:cNvPicPr>
          <p:nvPr/>
        </p:nvPicPr>
        <p:blipFill>
          <a:blip r:embed="rId1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0455" y="0"/>
            <a:ext cx="527113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50764307dbb01bbf2ecd302c5aed357"/>
          <p:cNvPicPr>
            <a:picLocks noChangeAspect="1"/>
          </p:cNvPicPr>
          <p:nvPr/>
        </p:nvPicPr>
        <p:blipFill>
          <a:blip r:embed="rId1"/>
          <a:srcRect l="16861" r="3330" b="-248"/>
          <a:stretch>
            <a:fillRect/>
          </a:stretch>
        </p:blipFill>
        <p:spPr>
          <a:xfrm>
            <a:off x="3618230" y="641985"/>
            <a:ext cx="3820160" cy="46145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24aa75957889ead49de10c64fcbb34d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265" y="628015"/>
            <a:ext cx="9135745" cy="4813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汉仪旗黑</vt:lpstr>
      <vt:lpstr>宋体</vt:lpstr>
      <vt:lpstr>Arial Unicode MS</vt:lpstr>
      <vt:lpstr>苹方-简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STarrrMoon</cp:lastModifiedBy>
  <cp:revision>166</cp:revision>
  <dcterms:created xsi:type="dcterms:W3CDTF">2026-04-30T11:14:10Z</dcterms:created>
  <dcterms:modified xsi:type="dcterms:W3CDTF">2026-04-30T11:14:10Z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5D67E39213A10488BFFCF26938C31461_41</vt:lpwstr>
  </property>
</Properties>
</file>